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20590" y="1964233"/>
            <a:ext cx="6550818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 err="1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SaludPlus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76562" y="3164383"/>
            <a:ext cx="6238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Sistema de Gestión Médica por Microservicios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76562" y="4032944"/>
            <a:ext cx="6238875" cy="74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Equipo de Desarrollo: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Sebastián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Antipán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| Pablo Diaz | Dylan Sandoval | Josué Vera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34290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62175"/>
            <a:ext cx="34290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62175"/>
            <a:ext cx="34290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00864" y="3429000"/>
            <a:ext cx="217027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MS-Pacientes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401002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completa del ciclo de vida de los pacientes. Escalabilidad independiente para el núcleo de usuarios del sistema.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130879" y="3429000"/>
            <a:ext cx="193024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MS-Médicos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76775" y="401002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Administración del personal de salud, especialidades y disponibilidad, desacoplado del resto de la lógica de negocio.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75908" y="3429000"/>
            <a:ext cx="146018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MS-Citas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86775" y="401002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Orquestador que coordina la interacción entre pacientes y médicos para la agendación y control de atenciones.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2637" y="2609850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2637" y="2609850"/>
            <a:ext cx="4667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 Microservicios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52863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62175"/>
            <a:ext cx="52863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527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62025" y="3124200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Base de Datos: Laragon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62025" y="37052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el desarrollo local y persistencia de datos utilizamos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Laragon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Su entorno aislado y rápido nos permite mantener bases de datos robustas para cada microservicio sin conflictos de puertos o versiones.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5527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724650" y="3124200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OpenAPI 3.0 &amp; Swagger UI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24650" y="370522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 endpoint está rigurosamente documentado utilizando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Swagger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Esto permite visualizar los modelos, probar las rutas en tiempo real y entender la estructura JSON esperada sin necesidad de código adicional.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Entorno y Documentación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74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57250" y="20574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Implementamos HATEOAS (Hypermedia As The Engine Of Application State) para alcanzar el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Nivel 3 del Modelo de Madurez de Richardson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7250" y="31623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API es completamente auto-descubrible. El cliente no necesita conocer la estructura de URLs por adelantado.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39624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realizar una petición (ej. a Pacientes V2), la respuesta inyecta dinámicamente un objeto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_links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47720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Estos enlaces permiten navegar directamente hacia recursos relacionados, mejorando la integración con los clientes.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07645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18135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98145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479107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HATEOAS: Nivel 3 de Madurez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1CBEB3-5351-9470-C858-D3D25D86A4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470"/>
          <a:stretch>
            <a:fillRect/>
          </a:stretch>
        </p:blipFill>
        <p:spPr>
          <a:xfrm>
            <a:off x="6096000" y="1743740"/>
            <a:ext cx="5417273" cy="4074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809750" y="2686050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Spring Security Integrado: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Bloqueo por defecto de todos los endpoints sensibles. La arquitectura previene accesos no autorizados mediante políticas estrictas (Error 403 Forbidden).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809750" y="3533775"/>
            <a:ext cx="904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Autenticación mediante JWT: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Implementación del auth-controller. Los usuarios (ej. admin) deben intercambiar sus credenciales por un Token JSON Web para operar con el sistema.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809750" y="439102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Protección contra Vulnerabilidades: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Aplicamos los lineamientos de seguridad de OWASP para prevenir inyecciones SQL (uso de JPA/JDBC seguros) y ataques comunes en la red.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7003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5480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405312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Estrategia de Seguridad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-182861" y="4181474"/>
            <a:ext cx="590024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9600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272736" y="5457825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Tests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Exitosos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(100%)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6334125" y="2386012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Validación Total del Núcleo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34125" y="29670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Implementamos un conjunto exhaustivo de pruebas unitarias utilizando JUnit y Mockito.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34125" y="3719512"/>
            <a:ext cx="52863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Nuestra batería consta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24 pruebas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orientadas a validar la lógica de negocio (como PacienteService) y la correcta respuesta de los controladores.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34125" y="47863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100% de los tests se ejecuta de manera limpia ("en verde"), garantizando fiabilidad antes de cualquier paso a producción.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Aseguramiento de Calidad (QA)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699C6-AFC4-71FA-8E6F-F6D30E9845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155" t="53734"/>
          <a:stretch>
            <a:fillRect/>
          </a:stretch>
        </p:blipFill>
        <p:spPr>
          <a:xfrm>
            <a:off x="861467" y="1536763"/>
            <a:ext cx="4153121" cy="28910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571500" y="39433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07968" y="42481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1. Desarrollo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4724400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Construcción local usando IDEs, Spring Boot y pruebas unitarias aisladas en Laragon.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3343888" y="21431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2. Integración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407419" y="26193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de versiones y validación de cobertura de las pruebas (24 tests en verde).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179808" y="42481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3. Empaquetado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243339" y="4724400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Construcción segura de la aplicación verificando las medidas de seguridad y JWT.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015728" y="1838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4. Despliegue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079259" y="2314575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automático a entornos cloud en plataformas modernas como Render / Railway.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1727820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563740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399659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0235579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Estrategia CI/CD y Despliegue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295275" y="249272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3826222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Gracias por su atención en nombre del equipo de </a:t>
            </a:r>
            <a:r>
              <a:rPr lang="en-US" sz="19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SaludPlusTech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Panorámica</PresentationFormat>
  <Paragraphs>46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Calibri</vt:lpstr>
      <vt:lpstr>Poppins SemiBold</vt:lpstr>
      <vt:lpstr>Poppins</vt:lpstr>
      <vt:lpstr>Arial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</dc:creator>
  <cp:lastModifiedBy>SEBASTIAN ANDRES ANTIPAN BUSTOS</cp:lastModifiedBy>
  <cp:revision>2</cp:revision>
  <dcterms:modified xsi:type="dcterms:W3CDTF">2026-06-23T21:32:07Z</dcterms:modified>
</cp:coreProperties>
</file>